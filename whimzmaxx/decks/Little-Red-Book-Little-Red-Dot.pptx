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ook or dot" id="{08ad8336-8db3-8a1a-0b62-ee7e2817a5f2}">
          <p14:sldIdLst>
            <p14:sldId id="256"/>
            <p14:sldId id="257"/>
            <p14:sldId id="258"/>
          </p14:sldIdLst>
        </p14:section>
        <p14:section name="Saab" id="{b68b1f2d-cdcf-1fad-5fd5-2964d051bd44}">
          <p14:sldIdLst>
            <p14:sldId id="259"/>
          </p14:sldIdLst>
        </p14:section>
        <p14:section name="The asaaab way" id="{1481dfef-e638-e17e-ad89-3aa67bf0f920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Captain, 10/26 10:00pm: 'next pptx socialiosm ans saab, little red book, little red dot'. One is a book that tells everyone what to think. The other is a dot that points at the next thing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from docs/why-asaaab.md, 10/24 3:49pm. A manifesto asks people to agree first. That's the part that got paused.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red dot is asaaabot on the screen: status.json says working, waiting or stuck, and it only rings when it has a step for the Captain.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from Autocar's Saab history: Svenska Aeroplan Aktiebolaget in 1937; 92 production from 1949; GM bought half of Saab Automobile in 1990 and the rest in 2000; Spyker bought it in 2010; bankruptcy filed December 19, 2011. Quote: the human pilot, 10/26.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Quoted from asaaab.com/manual. The pillars hold the car up whether anyone has read a book or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deck in one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next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 book"/>
          <p:cNvSpPr/>
          <p:nvPr/>
        </p:nvSpPr>
        <p:spPr>
          <a:xfrm>
            <a:off x="6035040" y="914400"/>
            <a:ext cx="1188720" cy="164592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he dot"/>
          <p:cNvSpPr/>
          <p:nvPr/>
        </p:nvSpPr>
        <p:spPr>
          <a:xfrm>
            <a:off x="758952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Little Red Book,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Little Red Dot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Socialism and Saab, the asaaab way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book tells everyone what to think</a:t>
            </a:r>
            <a:endParaRPr lang="en-US" sz="2600" dirty="0"/>
          </a:p>
        </p:txBody>
      </p:sp>
      <p:sp>
        <p:nvSpPr>
          <p:cNvPr id="3" name="the book"/>
          <p:cNvSpPr/>
          <p:nvPr/>
        </p:nvSpPr>
        <p:spPr>
          <a:xfrm>
            <a:off x="640080" y="1463040"/>
            <a:ext cx="1463040" cy="210312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560320" y="14630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“its getting written but it quickly became a little red book so its paused for now a manifesto is not helpful at this moment”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2971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human pilot, Oct 24. The essay got paused the moment it turned into a book.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dot points at one thing to do</a:t>
            </a:r>
            <a:endParaRPr lang="en-US" sz="2600" dirty="0"/>
          </a:p>
        </p:txBody>
      </p:sp>
      <p:sp>
        <p:nvSpPr>
          <p:cNvPr id="3" name="the dot"/>
          <p:cNvSpPr/>
          <p:nvPr/>
        </p:nvSpPr>
        <p:spPr>
          <a:xfrm>
            <a:off x="731520" y="1463040"/>
            <a:ext cx="1645920" cy="1645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0" y="1417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It never preaches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75564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rings when your click is needed, and it’s quiet when it isn’t.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331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It works for one person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67004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screen, one next step. Not everyone at once.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3246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It’s honest when it’s stuck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58444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“Stuck” is a state it’s allowed to say out loud.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Saab: an airplane company that built cars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731520" y="2148840"/>
            <a:ext cx="76809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year 1937"/>
          <p:cNvSpPr/>
          <p:nvPr/>
        </p:nvSpPr>
        <p:spPr>
          <a:xfrm>
            <a:off x="685800" y="198424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1937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Founded to build aircraft</a:t>
            </a:r>
            <a:endParaRPr lang="en-US" sz="1300" dirty="0"/>
          </a:p>
        </p:txBody>
      </p:sp>
      <p:sp>
        <p:nvSpPr>
          <p:cNvPr id="7" name="year 1949"/>
          <p:cNvSpPr/>
          <p:nvPr/>
        </p:nvSpPr>
        <p:spPr>
          <a:xfrm>
            <a:off x="2194560" y="198424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1949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The 92 goes into production</a:t>
            </a:r>
            <a:endParaRPr lang="en-US" sz="1300" dirty="0"/>
          </a:p>
        </p:txBody>
      </p:sp>
      <p:sp>
        <p:nvSpPr>
          <p:cNvPr id="10" name="year 1990"/>
          <p:cNvSpPr/>
          <p:nvPr/>
        </p:nvSpPr>
        <p:spPr>
          <a:xfrm>
            <a:off x="3703320" y="198424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1990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GM buys half</a:t>
            </a:r>
            <a:endParaRPr lang="en-US" sz="1300" dirty="0"/>
          </a:p>
        </p:txBody>
      </p:sp>
      <p:sp>
        <p:nvSpPr>
          <p:cNvPr id="13" name="year 2000"/>
          <p:cNvSpPr/>
          <p:nvPr/>
        </p:nvSpPr>
        <p:spPr>
          <a:xfrm>
            <a:off x="5212080" y="198424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2000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GM owns all of it</a:t>
            </a:r>
            <a:endParaRPr lang="en-US" sz="1300" dirty="0"/>
          </a:p>
        </p:txBody>
      </p:sp>
      <p:sp>
        <p:nvSpPr>
          <p:cNvPr id="16" name="year 2010"/>
          <p:cNvSpPr/>
          <p:nvPr/>
        </p:nvSpPr>
        <p:spPr>
          <a:xfrm>
            <a:off x="6720840" y="198424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2010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Sold to Spyker</a:t>
            </a:r>
            <a:endParaRPr lang="en-US" sz="1300" dirty="0"/>
          </a:p>
        </p:txBody>
      </p:sp>
      <p:sp>
        <p:nvSpPr>
          <p:cNvPr id="19" name="year Dec 2011"/>
          <p:cNvSpPr/>
          <p:nvPr/>
        </p:nvSpPr>
        <p:spPr>
          <a:xfrm>
            <a:off x="8229600" y="19842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244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Dec 2011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Bankrupt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520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“saab killed themselves selling to gm but it was the only thing they could be asked to do. they were trying to preserve whimsy as long as possible.”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Socialism as a structure, not a book</a:t>
            </a:r>
            <a:endParaRPr lang="en-US" sz="2600" dirty="0"/>
          </a:p>
        </p:txBody>
      </p:sp>
      <p:sp>
        <p:nvSpPr>
          <p:cNvPr id="3" name="pillar B"/>
          <p:cNvSpPr/>
          <p:nvPr/>
        </p:nvSpPr>
        <p:spPr>
          <a:xfrm>
            <a:off x="548640" y="1417320"/>
            <a:ext cx="2514600" cy="26517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illar dot B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Everyone’s paid the same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split of profits per hour invested.</a:t>
            </a:r>
            <a:endParaRPr lang="en-US" sz="1300" dirty="0"/>
          </a:p>
        </p:txBody>
      </p:sp>
      <p:sp>
        <p:nvSpPr>
          <p:cNvPr id="8" name="pillar C"/>
          <p:cNvSpPr/>
          <p:nvPr/>
        </p:nvSpPr>
        <p:spPr>
          <a:xfrm>
            <a:off x="3291840" y="1417320"/>
            <a:ext cx="2514600" cy="26517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illar dot C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Invest in your people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“People are what made Saab great, people will make asaaab thrive.”</a:t>
            </a:r>
            <a:endParaRPr lang="en-US" sz="1300" dirty="0"/>
          </a:p>
        </p:txBody>
      </p:sp>
      <p:sp>
        <p:nvSpPr>
          <p:cNvPr id="13" name="pillar D"/>
          <p:cNvSpPr/>
          <p:nvPr/>
        </p:nvSpPr>
        <p:spPr>
          <a:xfrm>
            <a:off x="6035040" y="1417320"/>
            <a:ext cx="2514600" cy="26517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illar dot D"/>
          <p:cNvSpPr/>
          <p:nvPr/>
        </p:nvSpPr>
        <p:spPr>
          <a:xfrm>
            <a:off x="62636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break-even model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Capped growth and contentment. Good enough.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Pillars from the Co-Owner’s Manual, asaaab.com/manual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Book or dot</a:t>
            </a:r>
            <a:endParaRPr lang="en-US" sz="2600" dirty="0"/>
          </a:p>
        </p:txBody>
      </p:sp>
      <p:graphicFrame>
        <p:nvGraphicFramePr>
          <p:cNvPr id="7" name="book vs do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Little red book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Little red dot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Asks you to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Agree first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Click once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Speaks to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Everyone at once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One person, now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When it’s wrong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Defends itself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Says “stuck” and rings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Finished?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Claims to be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Something almost always broken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 dot"/>
          <p:cNvSpPr/>
          <p:nvPr/>
        </p:nvSpPr>
        <p:spPr>
          <a:xfrm>
            <a:off x="4023360" y="73152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Keep the book in the drawer. Ring the dot.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Something almost always broken. Build it anyway.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aaab Red Dot">
  <a:themeElements>
    <a:clrScheme name="asaaab Red Dot">
      <a:dk1>
        <a:srgbClr val="1C1A1F"/>
      </a:dk1>
      <a:lt1>
        <a:srgbClr val="FFFFFF"/>
      </a:lt1>
      <a:dk2>
        <a:srgbClr val="3A3640"/>
      </a:dk2>
      <a:lt2>
        <a:srgbClr val="F1F3F7"/>
      </a:lt2>
      <a:accent1>
        <a:srgbClr val="E0262E"/>
      </a:accent1>
      <a:accent2>
        <a:srgbClr val="2C8FD6"/>
      </a:accent2>
      <a:accent3>
        <a:srgbClr val="D9931E"/>
      </a:accent3>
      <a:accent4>
        <a:srgbClr val="58A82A"/>
      </a:accent4>
      <a:accent5>
        <a:srgbClr val="8A8F9C"/>
      </a:accent5>
      <a:accent6>
        <a:srgbClr val="5A6070"/>
      </a:accent6>
      <a:hlink>
        <a:srgbClr val="2C8FD6"/>
      </a:hlink>
      <a:folHlink>
        <a:srgbClr val="8A8F9C"/>
      </a:folHlink>
    </a:clrScheme>
    <a:fontScheme name="asaaab Red Dot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Little Red Book, Little Red Dot</dc:title>
  <dc:subject>PptxGenJS Presentation</dc:subject>
  <dc:creator>PptxGenJS</dc:creator>
  <cp:lastModifiedBy>PptxGenJS</cp:lastModifiedBy>
  <cp:revision>1</cp:revision>
  <dcterms:created xsi:type="dcterms:W3CDTF">2026-10-27T05:04:59Z</dcterms:created>
  <dcterms:modified xsi:type="dcterms:W3CDTF">2026-10-27T05:04:59Z</dcterms:modified>
</cp:coreProperties>
</file>