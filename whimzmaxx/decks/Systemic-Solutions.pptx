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ystemic solutions" id="{0b5c7ed7-308f-84b0-f8f7-487de0a1cd82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Welds</c:v>
                </c:pt>
              </c:strCache>
            </c:strRef>
          </c:tx>
          <c:spPr>
            <a:solidFill>
              <a:srgbClr val="1F9E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9E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8F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26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Welded</c:v>
                  </c:pt>
                  <c:pt idx="1">
                    <c:v>Built, unproven</c:v>
                  </c:pt>
                  <c:pt idx="2">
                    <c:v>Written, not built</c:v>
                  </c:pt>
                  <c:pt idx="3">
                    <c:v>Failing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F2A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Captain, 10:08pm: 'systemic solutions asaaabot. write it down' then 'pptx'. Source: records/systemic-solutions.md in the crew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welded and tested, 4 built but unproven, 8 written but not built, 2 failing. The two failing ones are the oldest ask: getting builds onto the tower, and the phone door.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1 to 8 of records/systemic-solutions.md.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9 to 16 of records/systemic-solutions.md.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Broken-record rule: both were asked twice, so they go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dot"/>
          <p:cNvSpPr/>
          <p:nvPr/>
        </p:nvSpPr>
        <p:spPr>
          <a:xfrm>
            <a:off x="6675120" y="8229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Systemic Solutions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asaaabot · 16 leaks, 16 welds, honest status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Mon 10/26 · 8:52 to 10:08pm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stands: mostly written, barely welded</a:t>
            </a:r>
            <a:endParaRPr lang="en-US" sz="2600" dirty="0"/>
          </a:p>
        </p:txBody>
      </p:sp>
      <p:graphicFrame>
        <p:nvGraphicFramePr>
          <p:cNvPr id="3" name="status chart" descr=""/>
          <p:cNvGraphicFramePr/>
          <p:nvPr/>
        </p:nvGraphicFramePr>
        <p:xfrm>
          <a:off x="457200" y="10515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leaks and welds, 1 to 8</a:t>
            </a:r>
            <a:endParaRPr lang="en-US" sz="2600" dirty="0"/>
          </a:p>
        </p:txBody>
      </p:sp>
      <p:graphicFrame>
        <p:nvGraphicFramePr>
          <p:cNvPr id="4" name="welds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1463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The machine only learns when the Captain facepalms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facepalmbot checks promises itself and rings the red dot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E89"/>
                          </a:solidFill>
                        </a:rPr>
                        <a:t>Welded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New decks and pages file themselves nowhere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Every shift lists artifacts, compares, files the 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Asks get logged, not shipped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Said twice = goes first, built and shipped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Ideas pinned too early, or lost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Weld temperature: once floats, twice warms, three welds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Builds never reach the tower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One owned deploy path: build, tower, restart, check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262E"/>
                          </a:solidFill>
                        </a:rPr>
                        <a:t>Failing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Car scanner from the phone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Phone door, asaaabot 0.30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262E"/>
                          </a:solidFill>
                        </a:rPr>
                        <a:t>Failing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Red dot can't take a yes, not on taskbar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Yes/open pills and a real taskbar icon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The tower needs a keyboard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Headless tower; the PIN stays the Captain's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leaks and welds, 9 to 16</a:t>
            </a:r>
            <a:endParaRPr lang="en-US" sz="2600" dirty="0"/>
          </a:p>
        </p:txBody>
      </p:sp>
      <p:graphicFrame>
        <p:nvGraphicFramePr>
          <p:cNvPr id="5" name="welds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1463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Batteries die without warning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battery-watch warns at 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8FD6"/>
                          </a:solidFill>
                        </a:rPr>
                        <a:t>Built, unproven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Meaning pinned; repo searched by spelling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Co-Owner's Manual is page one; search by meaning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The real engine is blind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Point asaaab.com/dashboard at the real pipe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Decks scattered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Diary: stitch.py and one procedure, every 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8FD6"/>
                          </a:solidFill>
                        </a:rPr>
                        <a:t>Built, unproven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The walkie-talkie only talks back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Crew pings show as tower bubbles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8FD6"/>
                          </a:solidFill>
                        </a:rPr>
                        <a:t>Built, unproven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A miss gets an apology, not proof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Facepalm, homework, fresh test, result 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8FD6"/>
                          </a:solidFill>
                        </a:rPr>
                        <a:t>Built, unproven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Lessons evaporate in chat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records/learned.md, a new shape every 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9E89"/>
                          </a:solidFill>
                        </a:rPr>
                        <a:t>Welded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“Pushed” said like “live”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E"/>
                          </a:solidFill>
                        </a:rPr>
                        <a:t>Nothing is called live until it's seen live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0A"/>
                          </a:solidFill>
                        </a:rPr>
                        <a:t>Written, not built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Weld these two first</a:t>
            </a:r>
            <a:endParaRPr lang="en-US" sz="3000" dirty="0"/>
          </a:p>
        </p:txBody>
      </p:sp>
      <p:sp>
        <p:nvSpPr>
          <p:cNvPr id="3" name="failing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63040" y="14630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Builds never reach the tower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920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0.30 was placed at 9:55pm and the red dot didn’t switch. Find out why, fix the deploy path once.</a:t>
            </a:r>
            <a:endParaRPr lang="en-US" sz="1500" dirty="0"/>
          </a:p>
        </p:txBody>
      </p:sp>
      <p:sp>
        <p:nvSpPr>
          <p:cNvPr id="6" name="failing 2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926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Car scanner from the phone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383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Asked before work, asked again at 9:11pm. It rides on the same fix.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aaabot Systemic">
  <a:themeElements>
    <a:clrScheme name="asaaabot Systemic">
      <a:dk1>
        <a:srgbClr val="0F2A2E"/>
      </a:dk1>
      <a:lt1>
        <a:srgbClr val="FFFFFF"/>
      </a:lt1>
      <a:dk2>
        <a:srgbClr val="35504F"/>
      </a:dk2>
      <a:lt2>
        <a:srgbClr val="EAF2F1"/>
      </a:lt2>
      <a:accent1>
        <a:srgbClr val="E0262E"/>
      </a:accent1>
      <a:accent2>
        <a:srgbClr val="1F9E89"/>
      </a:accent2>
      <a:accent3>
        <a:srgbClr val="E3A21A"/>
      </a:accent3>
      <a:accent4>
        <a:srgbClr val="6C7A89"/>
      </a:accent4>
      <a:accent5>
        <a:srgbClr val="2C8FD6"/>
      </a:accent5>
      <a:accent6>
        <a:srgbClr val="8FA3A1"/>
      </a:accent6>
      <a:hlink>
        <a:srgbClr val="2C8FD6"/>
      </a:hlink>
      <a:folHlink>
        <a:srgbClr val="6C7A89"/>
      </a:folHlink>
    </a:clrScheme>
    <a:fontScheme name="asaaabot Systemic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Systemic Solutions</dc:title>
  <dc:subject>PptxGenJS Presentation</dc:subject>
  <dc:creator>PptxGenJS</dc:creator>
  <cp:lastModifiedBy>PptxGenJS</cp:lastModifiedBy>
  <cp:revision>1</cp:revision>
  <dcterms:created xsi:type="dcterms:W3CDTF">2026-10-27T05:09:39Z</dcterms:created>
  <dcterms:modified xsi:type="dcterms:W3CDTF">2026-10-27T05:09:39Z</dcterms:modified>
</cp:coreProperties>
</file>