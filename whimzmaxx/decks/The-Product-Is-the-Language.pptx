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product is the language" id="{0b0984ee-946a-9c18-7570-8f15be7cfc9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for word: "there is absolutley a product in being able to interpret english language and create code, but knowing what english to get exactly what you want , not even what english, what language. it is just exploiting a system." Then: "powerpoint it. and update the diary. and have them online."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sits in the gap between what people say and what machines do. The ear is the product: hearing what someone actually wants and saying it in the language that builds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Said one minute before the language line. The button only works as well as the words behind it. That's why the words are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started as a few words and now runs as code in pit-crew-data: tools/diary, tools/facepalm, tower/text, tools/fuel. Some still need a tested run on the tower; the systemic-solutions deck keeps that honest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Captain 11:01pm: "if they want to learn they can read the pptx and learn" / "if they want to build they can throw me a few bucks and hit a button". Status: the Learn door is the decks page. The Build button isn't wired: it needs the Captain's own payment account, which is his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 is the crew's wording, not the Captain's. Swap it for his if he has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 dot"/>
          <p:cNvSpPr/>
          <p:nvPr/>
        </p:nvSpPr>
        <p:spPr>
          <a:xfrm>
            <a:off x="7406640" y="5486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product is the language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“knowing what english to get exactly what you want , not even what english, what language. it is just exploiting a system.”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The Captain, 10/26 11:00pm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Anyone’s machine can write the code</a:t>
            </a:r>
            <a:endParaRPr lang="en-US" sz="2800" dirty="0"/>
          </a:p>
        </p:txBody>
      </p:sp>
      <p:sp>
        <p:nvSpPr>
          <p:cNvPr id="3" name="The code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258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The 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Cheap. Every chat window writes it now.</a:t>
            </a:r>
            <a:endParaRPr lang="en-US" sz="1500" dirty="0"/>
          </a:p>
        </p:txBody>
      </p:sp>
      <p:sp>
        <p:nvSpPr>
          <p:cNvPr id="6" name="The words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words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Which words get exactly what you meant, the first time.</a:t>
            </a:r>
            <a:endParaRPr lang="en-US" sz="1500" dirty="0"/>
          </a:p>
        </p:txBody>
      </p:sp>
      <p:sp>
        <p:nvSpPr>
          <p:cNvPr id="9" name="The language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language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794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Not even which English. English, Spanish, wmzxx, a facepalm, “pptx.” Whatever gets it built.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“ai is a marketing term for duct tape!”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“hey have you been looking for something to blame! try AI! no., just press a button. itll show you the next step as clearly as you can explain it as long as it can see why it helps all people achieve whimsy.”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The Captain, 10/26 10:59pm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Proof from tonight: said once, kept running</a:t>
            </a:r>
            <a:endParaRPr lang="en-US" sz="2600" dirty="0"/>
          </a:p>
        </p:txBody>
      </p:sp>
      <p:sp>
        <p:nvSpPr>
          <p:cNvPr id="3" name="“pptx”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“pptx”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234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word now means: answer as a deck, stitch it into The Diary, post it on whimzmaxx.</a:t>
            </a:r>
            <a:endParaRPr lang="en-US" sz="1400" dirty="0"/>
          </a:p>
        </p:txBody>
      </p:sp>
      <p:sp>
        <p:nvSpPr>
          <p:cNvPr id="6" name="“not only me”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“not only me”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facepalmbot checks the machine's own broken promises and writes the homework.</a:t>
            </a:r>
            <a:endParaRPr lang="en-US" sz="1400" dirty="0"/>
          </a:p>
        </p:txBody>
      </p:sp>
      <p:sp>
        <p:nvSpPr>
          <p:cNvPr id="9" name="“walkie talkie”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“walkie talkie”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Crew pings land on the phone thread as radio calls.</a:t>
            </a:r>
            <a:endParaRPr lang="en-US" sz="1400" dirty="0"/>
          </a:p>
        </p:txBody>
      </p:sp>
      <p:sp>
        <p:nvSpPr>
          <p:cNvPr id="12" name="“fuel listed”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“fuel listed”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840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fuel.py logs the plan's gauge and plans the credit burn.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doors</a:t>
            </a:r>
            <a:endParaRPr lang="en-US" sz="3000" dirty="0"/>
          </a:p>
        </p:txBody>
      </p:sp>
      <p:sp>
        <p:nvSpPr>
          <p:cNvPr id="3" name="learn bubble"/>
          <p:cNvSpPr/>
          <p:nvPr/>
        </p:nvSpPr>
        <p:spPr>
          <a:xfrm>
            <a:off x="822960" y="1325880"/>
            <a:ext cx="3108960" cy="3108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Learn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Read the pptx.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Free.</a:t>
            </a:r>
            <a:endParaRPr lang="en-US" sz="1800" dirty="0"/>
          </a:p>
        </p:txBody>
      </p:sp>
      <p:sp>
        <p:nvSpPr>
          <p:cNvPr id="6" name="build bubble"/>
          <p:cNvSpPr/>
          <p:nvPr/>
        </p:nvSpPr>
        <p:spPr>
          <a:xfrm>
            <a:off x="5120640" y="1325880"/>
            <a:ext cx="3108960" cy="3108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Build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Throw a few bucks.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Hit a button.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 dot"/>
          <p:cNvSpPr/>
          <p:nvPr/>
        </p:nvSpPr>
        <p:spPr>
          <a:xfrm>
            <a:off x="3931920" y="6400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945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Everybody gets the same machine.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words are what's yours.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aaab Language">
  <a:themeElements>
    <a:clrScheme name="asaaab Language">
      <a:dk1>
        <a:srgbClr val="16213A"/>
      </a:dk1>
      <a:lt1>
        <a:srgbClr val="FFFFFF"/>
      </a:lt1>
      <a:dk2>
        <a:srgbClr val="3B4560"/>
      </a:dk2>
      <a:lt2>
        <a:srgbClr val="EDF1F8"/>
      </a:lt2>
      <a:accent1>
        <a:srgbClr val="E0262E"/>
      </a:accent1>
      <a:accent2>
        <a:srgbClr val="2C8FD6"/>
      </a:accent2>
      <a:accent3>
        <a:srgbClr val="E3A21A"/>
      </a:accent3>
      <a:accent4>
        <a:srgbClr val="1F9E89"/>
      </a:accent4>
      <a:accent5>
        <a:srgbClr val="7A6488"/>
      </a:accent5>
      <a:accent6>
        <a:srgbClr val="8C98AE"/>
      </a:accent6>
      <a:hlink>
        <a:srgbClr val="2C8FD6"/>
      </a:hlink>
      <a:folHlink>
        <a:srgbClr val="7A6488"/>
      </a:folHlink>
    </a:clrScheme>
    <a:fontScheme name="asaaab Languag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Product Is the Language</dc:title>
  <dc:subject>PptxGenJS Presentation</dc:subject>
  <dc:creator>PptxGenJS</dc:creator>
  <cp:lastModifiedBy>PptxGenJS</cp:lastModifiedBy>
  <cp:revision>1</cp:revision>
  <dcterms:created xsi:type="dcterms:W3CDTF">2026-10-27T06:02:35Z</dcterms:created>
  <dcterms:modified xsi:type="dcterms:W3CDTF">2026-10-27T06:02:35Z</dcterms:modified>
</cp:coreProperties>
</file>